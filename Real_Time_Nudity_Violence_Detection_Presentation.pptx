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Nudity &amp; Violence Image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AI-Powered Content Moderation using Gemini 3 Flash Preview API</a:t>
            </a:r>
            <a:endParaRPr lang="fr-FR" dirty="0"/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9A865-0CD1-27BB-B38B-1B0910BCC78F}"/>
              </a:ext>
            </a:extLst>
          </p:cNvPr>
          <p:cNvSpPr txBox="1"/>
          <p:nvPr/>
        </p:nvSpPr>
        <p:spPr>
          <a:xfrm>
            <a:off x="399245" y="6188730"/>
            <a:ext cx="2962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OUMBAREK Soufiane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2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• Exposure to violent and explicit images online is increasing</a:t>
            </a:r>
          </a:p>
          <a:p>
            <a:pPr marL="0" indent="0">
              <a:buNone/>
            </a:pPr>
            <a:r>
              <a:rPr dirty="0"/>
              <a:t>• Teenagers are especially vulnerable to harmful content</a:t>
            </a:r>
          </a:p>
          <a:p>
            <a:pPr marL="0" indent="0">
              <a:buNone/>
            </a:pPr>
            <a:r>
              <a:rPr dirty="0"/>
              <a:t>• Manual moderation is slow and inefficient</a:t>
            </a:r>
          </a:p>
          <a:p>
            <a:pPr marL="0" indent="0">
              <a:buNone/>
            </a:pPr>
            <a:r>
              <a:rPr dirty="0"/>
              <a:t>• Many platforms lack real-time content filtering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Develop a real-time AI-based image detection system</a:t>
            </a:r>
          </a:p>
          <a:p>
            <a:pPr marL="0" indent="0">
              <a:buNone/>
            </a:pPr>
            <a:r>
              <a:rPr dirty="0"/>
              <a:t>• Analyze images using Gemini 3 Flash Preview API</a:t>
            </a:r>
          </a:p>
          <a:p>
            <a:pPr marL="0" indent="0">
              <a:buNone/>
            </a:pPr>
            <a:r>
              <a:rPr dirty="0"/>
              <a:t>• Classify content as Safe, Nudity, Violence, or Both</a:t>
            </a:r>
          </a:p>
          <a:p>
            <a:pPr marL="0" indent="0">
              <a:buNone/>
            </a:pPr>
            <a:r>
              <a:rPr dirty="0"/>
              <a:t>• Provide instant moderation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/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1B10E-5623-7659-21F7-C280D58FA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800"/>
            <a:ext cx="9094353" cy="51155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6952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Frontend: React.js</a:t>
            </a:r>
          </a:p>
          <a:p>
            <a:pPr marL="0" indent="0">
              <a:buNone/>
            </a:pPr>
            <a:r>
              <a:rPr dirty="0"/>
              <a:t>• Backend: Node.js &amp; Express.js</a:t>
            </a:r>
          </a:p>
          <a:p>
            <a:pPr marL="0" indent="0">
              <a:buNone/>
            </a:pPr>
            <a:r>
              <a:rPr dirty="0"/>
              <a:t>• AI Model: Gemini 3 Flash Preview API</a:t>
            </a:r>
          </a:p>
          <a:p>
            <a:pPr marL="0" indent="0">
              <a:buNone/>
            </a:pPr>
            <a:r>
              <a:rPr dirty="0"/>
              <a:t>• Version Control: </a:t>
            </a:r>
            <a:r>
              <a:rPr dirty="0" err="1"/>
              <a:t>GitHu</a:t>
            </a:r>
            <a:r>
              <a:rPr lang="fr-FR" dirty="0"/>
              <a:t>b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991CF-9A1E-248B-406A-9C1C803F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587" y="5659170"/>
            <a:ext cx="2032581" cy="747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03590-3F6C-C156-CE29-624120F8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655" y="5675730"/>
            <a:ext cx="1812892" cy="952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F20F5E-4F52-C24A-7CB0-5061B9CE2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38" y="5468103"/>
            <a:ext cx="1249250" cy="1249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31E330-C1C2-6589-621B-AB23EC4FC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365" y="5468103"/>
            <a:ext cx="1222151" cy="1178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3391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Gemini 1.5 and 2.5 limitations</a:t>
            </a:r>
          </a:p>
          <a:p>
            <a:pPr marL="0" indent="0">
              <a:buNone/>
            </a:pPr>
            <a:r>
              <a:rPr dirty="0"/>
              <a:t>• API instability during testing</a:t>
            </a:r>
          </a:p>
          <a:p>
            <a:pPr marL="0" indent="0">
              <a:buNone/>
            </a:pPr>
            <a:r>
              <a:rPr dirty="0"/>
              <a:t>• Handling images directly from URLs</a:t>
            </a:r>
          </a:p>
          <a:p>
            <a:pPr marL="0" indent="0">
              <a:buNone/>
            </a:pPr>
            <a:r>
              <a:rPr dirty="0"/>
              <a:t>• Optimizing real-time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Accomplishments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integrated Gemini 3 Flash Preview API</a:t>
            </a:r>
          </a:p>
          <a:p>
            <a:r>
              <a:t>• Built working real-time detection prototype</a:t>
            </a:r>
          </a:p>
          <a:p>
            <a:r>
              <a:t>• Implemented URL-based image processing</a:t>
            </a:r>
          </a:p>
          <a:p>
            <a:r>
              <a:t>• Designed scalable moderation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6649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Safer digital environments for teenagers</a:t>
            </a:r>
          </a:p>
          <a:p>
            <a:pPr marL="0" indent="0">
              <a:buNone/>
            </a:pPr>
            <a:r>
              <a:rPr dirty="0"/>
              <a:t>• Faster automated content moderation</a:t>
            </a:r>
          </a:p>
          <a:p>
            <a:pPr marL="0" indent="0">
              <a:buNone/>
            </a:pPr>
            <a:r>
              <a:rPr dirty="0"/>
              <a:t>• Reduced exposure to harmful imagery</a:t>
            </a:r>
          </a:p>
          <a:p>
            <a:pPr marL="0" indent="0">
              <a:buNone/>
            </a:pPr>
            <a:r>
              <a:rPr dirty="0"/>
              <a:t>• Responsible and ethical AI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What’s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Improve detection accuracy</a:t>
            </a:r>
          </a:p>
          <a:p>
            <a:pPr marL="0" indent="0">
              <a:buNone/>
            </a:pPr>
            <a:r>
              <a:rPr dirty="0"/>
              <a:t>• Add video frame analysis</a:t>
            </a:r>
          </a:p>
          <a:p>
            <a:pPr marL="0" indent="0">
              <a:buNone/>
            </a:pPr>
            <a:r>
              <a:rPr dirty="0"/>
              <a:t>• Build admin moderation dashboard</a:t>
            </a:r>
          </a:p>
          <a:p>
            <a:pPr marL="0" indent="0">
              <a:buNone/>
            </a:pPr>
            <a:r>
              <a:rPr dirty="0"/>
              <a:t>• Deploy as scalable web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218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Real-Time Nudity &amp; Violence Image Detection</vt:lpstr>
      <vt:lpstr>Problem Statement</vt:lpstr>
      <vt:lpstr>Solution Approach</vt:lpstr>
      <vt:lpstr>Architecture / Workflow</vt:lpstr>
      <vt:lpstr>Technology Stack</vt:lpstr>
      <vt:lpstr>Challenges Faced</vt:lpstr>
      <vt:lpstr>Accomplishments</vt:lpstr>
      <vt:lpstr>Expected Impact</vt:lpstr>
      <vt:lpstr>What’s Next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Soufiane_o</dc:creator>
  <cp:keywords/>
  <dc:description>generated using python-pptx</dc:description>
  <cp:lastModifiedBy>souf oumbarek</cp:lastModifiedBy>
  <cp:revision>3</cp:revision>
  <dcterms:created xsi:type="dcterms:W3CDTF">2013-01-27T09:14:16Z</dcterms:created>
  <dcterms:modified xsi:type="dcterms:W3CDTF">2026-02-13T09:13:49Z</dcterms:modified>
  <cp:category/>
</cp:coreProperties>
</file>